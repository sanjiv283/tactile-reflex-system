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Terasic DE2-115  |  Verilog design, verification and AI/ML evaluation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a laptop over a UART link. May be wrong, late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hard limit is violated, the Governor overrides the AI result and enters the safe state. The AI can only lower the command, never raise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Research gaps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Research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this work responds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Keep ML out of the safety-critical path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Hardware Governor enforces limits; AI can only lower the command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Separate sensing, inference and actuation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T_FPGA, T_ML and jitter are reported separately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Reproducible verification of AI-override behaviour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 Verilog, 167 directed checks, replay with an adversarial 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Low-cost, open tactile reflex platforms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Commodity parts, open RTL and Python pipeline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research step: validation with recorded sensor data across objects.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FPGA (Cyclone IV E):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Sensor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Actuator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over UART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Laptop (UART link):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Circuit diagram</a:t>
            </a:r>
            <a:endParaRPr lang="en-US" sz="3600" dirty="0"/>
          </a:p>
        </p:txBody>
      </p:sp>
      <p:pic>
        <p:nvPicPr>
          <p:cNvPr id="3" name="Image 0" descr="Wiring schematic: FSR divider, Pmod AD1, DE2-115, DRV8871, motor, e-s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776472"/>
          </a:xfrm>
          <a:prstGeom prst="rect">
            <a:avLst/>
          </a:prstGeom>
        </p:spPr>
      </p:pic>
      <p:sp>
        <p:nvSpPr>
          <p:cNvPr id="4" name="card Sensing"/>
          <p:cNvSpPr/>
          <p:nvPr/>
        </p:nvSpPr>
        <p:spPr>
          <a:xfrm>
            <a:off x="6492240" y="1188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629400" y="1298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Sensing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FSR divider into SPI ADC.</a:t>
            </a:r>
            <a:endParaRPr lang="en-US" sz="1400" dirty="0"/>
          </a:p>
        </p:txBody>
      </p:sp>
      <p:sp>
        <p:nvSpPr>
          <p:cNvPr id="7" name="card Actuation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2441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Actuation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to driver, fused supply.</a:t>
            </a:r>
            <a:endParaRPr lang="en-US" sz="1400" dirty="0"/>
          </a:p>
        </p:txBody>
      </p:sp>
      <p:sp>
        <p:nvSpPr>
          <p:cNvPr id="10" name="card Fail-safe"/>
          <p:cNvSpPr/>
          <p:nvPr/>
        </p:nvSpPr>
        <p:spPr>
          <a:xfrm>
            <a:off x="6492240" y="3474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584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Fail-safe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e-stop, common ground.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control and sensing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E2-1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DE2-115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Cyclone IV E EP4CE115 FPGA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50 MHz clock, RS-232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40-pin 3.3 V GPIO header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Pmod A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Pmod AD1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 x AD7476A, 12-bit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 to 1 MSPS, SPI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Wired to the GPIO header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FSR 4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FSR 402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Interlink force-sensing resistor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12.7 mm round active area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Voltage divider with 10 kOhm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actuation and safety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RV8871 break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DRV8871 breakout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Single H-bridge, PWM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6.5 to 45 V, 3.6 A peak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limit, thermal trip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Geared DC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Geared DC motor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V, stall below 2 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Driven by the DRV8871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Gripper mechanism load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E-stop and sup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E-stop and supply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NC mushroom, 22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 3 A supply, 2 A fuse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1000 uF bulk capacitor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at or above FORCE_MAX trips the safe state, with release hysteresis.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Persistent invalid readings or a silent ADC latch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Fail-safe input: an open contact or cut wire stops the output.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Frame errors and railed readings are rejected immediately.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low on the next clock,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is ignored when invalid or when any hard limit trips.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Verilog modules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Checks passed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SPI frame reader, 12-bit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input_conditioning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Range and frame validity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force_lut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transfer 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safety_governor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 limits and AI override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pwm_generator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12.2 kHz PWM, instant kill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fault_handler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E-stop and sensor faults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ai_control_interface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result and heartbeat 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UART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packets in, telemetry 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tactile_reflex_top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 path integration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de2_115_top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Board wrapper: keys, LEDs, UART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Verification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167 / 167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directed checks pass across 10 testbenches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 x 1,800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replayed vectors with zero safety violations</a:t>
            </a:r>
            <a:endParaRPr lang="en-US" sz="1400" dirty="0"/>
          </a:p>
        </p:txBody>
      </p:sp>
      <p:sp>
        <p:nvSpPr>
          <p:cNvPr id="9" name="card Cases covere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Cases covered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69164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No, light and normal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High and excessive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class changes and AI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Emergency stop and sensor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Reset and LUT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 duty and instant kill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console output</a:t>
            </a:r>
            <a:endParaRPr lang="en-US" sz="3600" dirty="0"/>
          </a:p>
        </p:txBody>
      </p:sp>
      <p:pic>
        <p:nvPicPr>
          <p:cNvPr id="3" name="Image 0" descr="Console output of run_all.sh showing all testbenches pa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overridden by the Governor</a:t>
            </a:r>
            <a:endParaRPr lang="en-US" sz="3600" dirty="0"/>
          </a:p>
        </p:txBody>
      </p:sp>
      <p:pic>
        <p:nvPicPr>
          <p:cNvPr id="3" name="Image 0" descr="Waveform: force exceeds FORCE_MAX while AI class stays 2; safe_state rises and pwm_out f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AI says class 2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says class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grip, valid, steady.</a:t>
            </a:r>
            <a:endParaRPr lang="en-US" sz="1400" dirty="0"/>
          </a:p>
        </p:txBody>
      </p:sp>
      <p:sp>
        <p:nvSpPr>
          <p:cNvPr id="7" name="card Force passes FORCE_MAX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Force passes FORCE_MAX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Governor trips the safe state.</a:t>
            </a:r>
            <a:endParaRPr lang="en-US" sz="1400" dirty="0"/>
          </a:p>
        </p:txBody>
      </p:sp>
      <p:sp>
        <p:nvSpPr>
          <p:cNvPr id="10" name="card PWM goes low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PWM goes low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input ignored.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50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Emergency stop response</a:t>
            </a:r>
            <a:endParaRPr lang="en-US" sz="3600" dirty="0"/>
          </a:p>
        </p:txBody>
      </p:sp>
      <p:pic>
        <p:nvPicPr>
          <p:cNvPr id="3" name="Image 0" descr="Waveform: e-stop asserted, safe_state rises and pwm_out falls within 5 clock cyc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E-stop asserted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E-stop asserted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Input synchronised, then latched.</a:t>
            </a:r>
            <a:endParaRPr lang="en-US" sz="1400" dirty="0"/>
          </a:p>
        </p:txBody>
      </p:sp>
      <p:sp>
        <p:nvSpPr>
          <p:cNvPr id="7" name="card 5 clock cycles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 clock cycles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input edge to PWM low.</a:t>
            </a:r>
            <a:endParaRPr lang="en-US" sz="1400" dirty="0"/>
          </a:p>
        </p:txBody>
      </p:sp>
      <p:sp>
        <p:nvSpPr>
          <p:cNvPr id="10" name="card Latched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Latched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Cleared only by operator.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50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path latency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80 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sample to PWM low: 4 clock cycles at 50 MHz, jitter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E-stop input to PWM low: 5 clock cycles, jitter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2.08 us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ADC frame time: 104 cycles at 8.33 MHz SCLK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2.10 - 3.84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 change to PWM low; jitter 1.74 us from ADC frame phase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RTL simulation, 50 MHz clock, behavioural ADC model. T_FPGA is reported separately from T_ML.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depth 4, 16 leaves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features: force, previous force, rate of change, moving average, contact duration, last delta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420 training and 180 test episodes, split by episode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come from the scenario that generated each episode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control states sent to the FPGA.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AI/ML evaluation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pic>
        <p:nvPicPr>
          <p:cNvPr id="5" name="Image 0" descr="Confusion matrix on the simulated test 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332841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66344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0060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91.9%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48006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76656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0372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85.4%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force-only baseline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inside the safety envelope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to the safe state while the AI always claimed normal grip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6.6 us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T_ML per decision (p99 22.9 us), measured on the development host</a:t>
            </a:r>
            <a:endParaRPr lang="en-US" sz="1400" dirty="0"/>
          </a:p>
        </p:txBody>
      </p:sp>
      <p:sp>
        <p:nvSpPr>
          <p:cNvPr id="11" name="card Separate numbers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18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numbers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 and T_ML are never added together. The safety claim rests on the FPGA path alone; the AI path adds higher-level information.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Key findings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safe, even with an AI that always said normal grip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 cycles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ADC sample to PWM low, jitter 0; end-to-end time is set by the ADC frame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91.9% vs 85.4%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tree with dynamic features vs force-only baseline (simulated data)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6.6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AI decision time; class 3 recall is 72%, so the hardware limit stays authoritative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deterministic FPGA reflex path enforces the hard limits.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AI path adds contact classification and can only lower the command.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167 directed checks and 3,600 replayed vectors confirm the override behaviour in simulation.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2026-10-24T06:40:24Z</dcterms:created>
  <dcterms:modified xsi:type="dcterms:W3CDTF">2026-10-24T06:40:24Z</dcterms:modified>
</cp:coreProperties>
</file>