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the processor in microseconds to milliseconds. May be wrong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PL (FPGA fabric):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+ heartbeat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PS (processor):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Circuit diagram</a:t>
            </a:r>
            <a:endParaRPr lang="en-US" sz="3600" dirty="0"/>
          </a:p>
        </p:txBody>
      </p:sp>
      <p:pic>
        <p:nvPicPr>
          <p:cNvPr id="3" name="Image 0" descr="Wiring schematic: FSR divider, Pmod AD1, PYNQ-Z2, DRV8871, motor, e-s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776472"/>
          </a:xfrm>
          <a:prstGeom prst="rect">
            <a:avLst/>
          </a:prstGeom>
        </p:spPr>
      </p:pic>
      <p:sp>
        <p:nvSpPr>
          <p:cNvPr id="4" name="card Sensing"/>
          <p:cNvSpPr/>
          <p:nvPr/>
        </p:nvSpPr>
        <p:spPr>
          <a:xfrm>
            <a:off x="6492240" y="1188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629400" y="1298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divider into SPI ADC.</a:t>
            </a:r>
            <a:endParaRPr lang="en-US" sz="1400" dirty="0"/>
          </a:p>
        </p:txBody>
      </p:sp>
      <p:sp>
        <p:nvSpPr>
          <p:cNvPr id="7" name="card Actuation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2441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to driver, fused supply.</a:t>
            </a:r>
            <a:endParaRPr lang="en-US" sz="1400" dirty="0"/>
          </a:p>
        </p:txBody>
      </p:sp>
      <p:sp>
        <p:nvSpPr>
          <p:cNvPr id="10" name="card Fail-safe"/>
          <p:cNvSpPr/>
          <p:nvPr/>
        </p:nvSpPr>
        <p:spPr>
          <a:xfrm>
            <a:off x="6492240" y="3474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584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Fail-safe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e-stop, common ground.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control and sensing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PYNQ-Z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PYNQ-Z2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Zynq-7020: dual ARM A9 + FPGA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PL: reflex path; PS: AI/ML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Pmod and Arduino headers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Pmod A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Pmod AD1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x AD7476A, 12-bit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 to 1 MSPS, SPI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 to 3.3 V analog input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FSR 4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FSR 402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Interlink force-sensing resistor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12.7 mm round active area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Voltage divider with 10 kOhm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actuation and safety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RV8871 brea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DRV8871 breakout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Single H-bridge, PWM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6.5 to 45 V, 3.6 A peak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limit, thermal trip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Geared DC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Geared DC motor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V, stall below 2 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Driven by the DRV8871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Gripper mechanism load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E-stop and sup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E-stop and supply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NC mushroom, 22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 3 A supply, 2 A fuse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1000 uF bulk capacitor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24.4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134 / 134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8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console output</a:t>
            </a:r>
            <a:endParaRPr lang="en-US" sz="3600" dirty="0"/>
          </a:p>
        </p:txBody>
      </p:sp>
      <p:pic>
        <p:nvPicPr>
          <p:cNvPr id="3" name="Image 0" descr="Console output of run_all.sh showing all testbenches pa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100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Emergency stop response</a:t>
            </a:r>
            <a:endParaRPr lang="en-US" sz="3600" dirty="0"/>
          </a:p>
        </p:txBody>
      </p:sp>
      <p:pic>
        <p:nvPicPr>
          <p:cNvPr id="3" name="Image 0" descr="Waveform: e-stop asserted, safe_state rises and pwm_out falls within 5 clock cy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E-stop asserted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E-stop asserted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 synchronised, then latched.</a:t>
            </a:r>
            <a:endParaRPr lang="en-US" sz="1400" dirty="0"/>
          </a:p>
        </p:txBody>
      </p:sp>
      <p:sp>
        <p:nvSpPr>
          <p:cNvPr id="7" name="card 5 clock cycles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clock cycles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input edge to PWM low.</a:t>
            </a:r>
            <a:endParaRPr lang="en-US" sz="1400" dirty="0"/>
          </a:p>
        </p:txBody>
      </p:sp>
      <p:sp>
        <p:nvSpPr>
          <p:cNvPr id="10" name="card Latched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Latched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Cleared only by operator.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100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1.68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168 cycles at 10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1.65 - 3.20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1.55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100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PL.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6.6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22.9 us), measured on the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134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2026-10-24T06:32:06Z</dcterms:created>
  <dcterms:modified xsi:type="dcterms:W3CDTF">2026-10-24T06:32:06Z</dcterms:modified>
</cp:coreProperties>
</file>